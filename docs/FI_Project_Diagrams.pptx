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82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Figure 1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66928"/>
            <a:ext cx="11823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Six-layer architecture: Mobile Web App → FastAPI → Session Conductor → AI Engine → Report Generator →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96112"/>
            <a:ext cx="11823192" cy="12700"/>
          </a:xfrm>
          <a:prstGeom prst="rect">
            <a:avLst/>
          </a:prstGeom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685800"/>
            <a:ext cx="114300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82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Figure 2 — Application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66928"/>
            <a:ext cx="11823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End-to-end user flow: OTP → Form → FI Session → Q&amp;A → Photo Capture → PAN → Submit →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96112"/>
            <a:ext cx="11823192" cy="12700"/>
          </a:xfrm>
          <a:prstGeom prst="rect">
            <a:avLst/>
          </a:prstGeom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685800"/>
            <a:ext cx="114300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82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Figure 3 — Data Flow Diagram (Level 0 + Level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66928"/>
            <a:ext cx="11823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Context diagram and process decomposition showing data flow from Borrower through the FI System to Lender/LOS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96112"/>
            <a:ext cx="11823192" cy="12700"/>
          </a:xfrm>
          <a:prstGeom prst="rect">
            <a:avLst/>
          </a:prstGeom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685800"/>
            <a:ext cx="114300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82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Figure 4 — Activity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66928"/>
            <a:ext cx="11823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Session activity flow with decision gates for form completion, question loop, and photo capture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96112"/>
            <a:ext cx="11823192" cy="12700"/>
          </a:xfrm>
          <a:prstGeom prst="rect">
            <a:avLst/>
          </a:prstGeom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685800"/>
            <a:ext cx="114300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82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Figure 5 — Application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66928"/>
            <a:ext cx="11823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Loan Application Form · FI Session Recording screen · Photo Review screen (simulated mobile UI)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96112"/>
            <a:ext cx="11823192" cy="12700"/>
          </a:xfrm>
          <a:prstGeom prst="rect">
            <a:avLst/>
          </a:prstGeom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685800"/>
            <a:ext cx="1143000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8231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237E"/>
                </a:solidFill>
                <a:latin typeface="Calibri"/>
              </a:rPr>
              <a:t>Figure 6 — AI Analysis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66928"/>
            <a:ext cx="11823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Sample credit report summary: Credit Score, CIBIL Score, Recommendation, and four assessment panels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96112"/>
            <a:ext cx="11823192" cy="12700"/>
          </a:xfrm>
          <a:prstGeom prst="rect">
            <a:avLst/>
          </a:prstGeom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685800"/>
            <a:ext cx="11430000" cy="5989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